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Sample Deck Title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914400" y="201168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subtitle line</a:t>
            </a:r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Problem &amp; Opportunity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914400" y="2011680"/>
            <a:ext cx="73152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Bullet one</a:t>
            </a:r>
            <a:endParaRPr lang="en-US" dirty="0"/>
          </a:p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Bullet two</a:t>
            </a:r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结束 / 致谢</a:t>
            </a:r>
            <a:endParaRPr lang="en-US" sz="2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2026-05-26T05:25:32Z</dcterms:created>
  <dcterms:modified xsi:type="dcterms:W3CDTF">2026-05-26T05:25:32Z</dcterms:modified>
</cp:coreProperties>
</file>